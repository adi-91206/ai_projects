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Source Sans 3" charset="1" panose="020B0303030403020204"/>
      <p:regular r:id="rId16"/>
    </p:embeddedFont>
    <p:embeddedFont>
      <p:font typeface="Source Sans 3 Bold" charset="1" panose="020B0303030403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15" Target="../media/image22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35827" y="1696689"/>
            <a:ext cx="7614372" cy="6893622"/>
            <a:chOff x="0" y="0"/>
            <a:chExt cx="10152496" cy="919149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152422" cy="9191430"/>
            </a:xfrm>
            <a:custGeom>
              <a:avLst/>
              <a:gdLst/>
              <a:ahLst/>
              <a:cxnLst/>
              <a:rect r="r" b="b" t="t" l="l"/>
              <a:pathLst>
                <a:path h="9191430" w="10152422">
                  <a:moveTo>
                    <a:pt x="0" y="0"/>
                  </a:moveTo>
                  <a:lnTo>
                    <a:pt x="10152422" y="0"/>
                  </a:lnTo>
                  <a:lnTo>
                    <a:pt x="10152422" y="9191430"/>
                  </a:lnTo>
                  <a:lnTo>
                    <a:pt x="0" y="919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27" r="0" b="-52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35750" y="1658589"/>
            <a:ext cx="9270502" cy="17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 Data Curation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750" y="4033551"/>
            <a:ext cx="9270502" cy="464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Using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NVIDIA NeMo Curator Concepts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Building clean, high-quality datasets for AI/ML training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BY- Advit Budhiraja - 1024240130</a:t>
            </a:r>
          </a:p>
          <a:p>
            <a:pPr algn="l">
              <a:lnSpc>
                <a:spcPts val="4049"/>
              </a:lnSpc>
            </a:pPr>
            <a:r>
              <a:rPr lang="en-US" sz="26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Batch- 2X14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2933" y="902341"/>
            <a:ext cx="9611620" cy="83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with Raw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2933" y="2405805"/>
            <a:ext cx="4445194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Raw Data Falls Short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2933" y="3037580"/>
            <a:ext cx="7729090" cy="131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Raw conversational datasets are rarely ready for AI training. They contain noise, duplicates, and low-quality entries that silently degrade model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5502" y="2405805"/>
            <a:ext cx="3278686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05502" y="3037580"/>
            <a:ext cx="7729090" cy="131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and implement a curation pipeline that produces a </a:t>
            </a:r>
            <a:r>
              <a:rPr lang="en-US" sz="22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structured, high-quality dataset</a:t>
            </a: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suitable for AI/ML tasks — by cleaning, filtering, and deduplicating raw text.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5502" y="4611291"/>
            <a:ext cx="3358601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Applications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3883" y="5584622"/>
            <a:ext cx="5245598" cy="2100262"/>
            <a:chOff x="0" y="0"/>
            <a:chExt cx="6994131" cy="2800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943344" cy="2749550"/>
            </a:xfrm>
            <a:custGeom>
              <a:avLst/>
              <a:gdLst/>
              <a:ahLst/>
              <a:cxnLst/>
              <a:rect r="r" b="b" t="t" l="l"/>
              <a:pathLst>
                <a:path h="2749550" w="6943344">
                  <a:moveTo>
                    <a:pt x="0" y="243840"/>
                  </a:moveTo>
                  <a:cubicBezTo>
                    <a:pt x="0" y="109220"/>
                    <a:pt x="110363" y="0"/>
                    <a:pt x="246507" y="0"/>
                  </a:cubicBezTo>
                  <a:lnTo>
                    <a:pt x="6696837" y="0"/>
                  </a:lnTo>
                  <a:cubicBezTo>
                    <a:pt x="6832981" y="0"/>
                    <a:pt x="6943344" y="109220"/>
                    <a:pt x="6943344" y="243840"/>
                  </a:cubicBezTo>
                  <a:lnTo>
                    <a:pt x="6943344" y="2505710"/>
                  </a:lnTo>
                  <a:cubicBezTo>
                    <a:pt x="6943344" y="2640330"/>
                    <a:pt x="6832981" y="2749550"/>
                    <a:pt x="6696837" y="2749550"/>
                  </a:cubicBezTo>
                  <a:lnTo>
                    <a:pt x="246507" y="2749550"/>
                  </a:lnTo>
                  <a:cubicBezTo>
                    <a:pt x="110363" y="2749550"/>
                    <a:pt x="0" y="2640330"/>
                    <a:pt x="0" y="2505710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4144" cy="2800350"/>
            </a:xfrm>
            <a:custGeom>
              <a:avLst/>
              <a:gdLst/>
              <a:ahLst/>
              <a:cxnLst/>
              <a:rect r="r" b="b" t="t" l="l"/>
              <a:pathLst>
                <a:path h="2800350" w="6994144">
                  <a:moveTo>
                    <a:pt x="0" y="269240"/>
                  </a:moveTo>
                  <a:cubicBezTo>
                    <a:pt x="0" y="120269"/>
                    <a:pt x="122047" y="0"/>
                    <a:pt x="271907" y="0"/>
                  </a:cubicBezTo>
                  <a:lnTo>
                    <a:pt x="6722237" y="0"/>
                  </a:lnTo>
                  <a:lnTo>
                    <a:pt x="6722237" y="25400"/>
                  </a:lnTo>
                  <a:lnTo>
                    <a:pt x="6722237" y="0"/>
                  </a:lnTo>
                  <a:cubicBezTo>
                    <a:pt x="6872097" y="0"/>
                    <a:pt x="6994144" y="120269"/>
                    <a:pt x="6994144" y="269240"/>
                  </a:cubicBezTo>
                  <a:lnTo>
                    <a:pt x="6968744" y="269240"/>
                  </a:lnTo>
                  <a:lnTo>
                    <a:pt x="6994144" y="269240"/>
                  </a:lnTo>
                  <a:lnTo>
                    <a:pt x="6994144" y="2531110"/>
                  </a:lnTo>
                  <a:lnTo>
                    <a:pt x="6968744" y="2531110"/>
                  </a:lnTo>
                  <a:lnTo>
                    <a:pt x="6994144" y="2531110"/>
                  </a:lnTo>
                  <a:cubicBezTo>
                    <a:pt x="6994144" y="2680081"/>
                    <a:pt x="6872097" y="2800350"/>
                    <a:pt x="6722237" y="2800350"/>
                  </a:cubicBezTo>
                  <a:lnTo>
                    <a:pt x="6722237" y="2774950"/>
                  </a:lnTo>
                  <a:lnTo>
                    <a:pt x="6722237" y="2800350"/>
                  </a:lnTo>
                  <a:lnTo>
                    <a:pt x="271907" y="2800350"/>
                  </a:lnTo>
                  <a:lnTo>
                    <a:pt x="271907" y="2774950"/>
                  </a:lnTo>
                  <a:lnTo>
                    <a:pt x="271907" y="2800350"/>
                  </a:lnTo>
                  <a:cubicBezTo>
                    <a:pt x="122047" y="2800350"/>
                    <a:pt x="0" y="2680081"/>
                    <a:pt x="0" y="25311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31110"/>
                  </a:lnTo>
                  <a:lnTo>
                    <a:pt x="25400" y="2531110"/>
                  </a:lnTo>
                  <a:lnTo>
                    <a:pt x="50800" y="2531110"/>
                  </a:lnTo>
                  <a:cubicBezTo>
                    <a:pt x="50800" y="2651506"/>
                    <a:pt x="149479" y="2749550"/>
                    <a:pt x="271907" y="2749550"/>
                  </a:cubicBezTo>
                  <a:lnTo>
                    <a:pt x="6722237" y="2749550"/>
                  </a:lnTo>
                  <a:cubicBezTo>
                    <a:pt x="6844665" y="2749550"/>
                    <a:pt x="6943344" y="2651506"/>
                    <a:pt x="6943344" y="2531110"/>
                  </a:cubicBezTo>
                  <a:lnTo>
                    <a:pt x="6943344" y="269240"/>
                  </a:lnTo>
                  <a:cubicBezTo>
                    <a:pt x="6943344" y="148844"/>
                    <a:pt x="6844665" y="50800"/>
                    <a:pt x="6722237" y="50800"/>
                  </a:cubicBezTo>
                  <a:lnTo>
                    <a:pt x="271907" y="50800"/>
                  </a:lnTo>
                  <a:lnTo>
                    <a:pt x="271907" y="25400"/>
                  </a:lnTo>
                  <a:lnTo>
                    <a:pt x="271907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4833" y="5603672"/>
            <a:ext cx="152400" cy="2062162"/>
            <a:chOff x="0" y="0"/>
            <a:chExt cx="203200" cy="2749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749550"/>
            </a:xfrm>
            <a:custGeom>
              <a:avLst/>
              <a:gdLst/>
              <a:ahLst/>
              <a:cxnLst/>
              <a:rect r="r" b="b" t="t" l="l"/>
              <a:pathLst>
                <a:path h="2749550" w="203200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145415" y="0"/>
                  </a:lnTo>
                  <a:cubicBezTo>
                    <a:pt x="177419" y="0"/>
                    <a:pt x="203200" y="25781"/>
                    <a:pt x="203200" y="57658"/>
                  </a:cubicBezTo>
                  <a:lnTo>
                    <a:pt x="203200" y="2691892"/>
                  </a:lnTo>
                  <a:cubicBezTo>
                    <a:pt x="203200" y="2723769"/>
                    <a:pt x="177419" y="2749550"/>
                    <a:pt x="145542" y="2749550"/>
                  </a:cubicBezTo>
                  <a:lnTo>
                    <a:pt x="57658" y="2749550"/>
                  </a:lnTo>
                  <a:cubicBezTo>
                    <a:pt x="25781" y="2749550"/>
                    <a:pt x="0" y="2723769"/>
                    <a:pt x="0" y="26918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03759" y="5920683"/>
            <a:ext cx="3758651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Noise &amp; Inconsistency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3759" y="6444558"/>
            <a:ext cx="4440136" cy="8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Formatting issues, irregular casing, and spacing errors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21053" y="5584622"/>
            <a:ext cx="5245741" cy="2100262"/>
            <a:chOff x="0" y="0"/>
            <a:chExt cx="6994322" cy="2800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6943471" cy="2749550"/>
            </a:xfrm>
            <a:custGeom>
              <a:avLst/>
              <a:gdLst/>
              <a:ahLst/>
              <a:cxnLst/>
              <a:rect r="r" b="b" t="t" l="l"/>
              <a:pathLst>
                <a:path h="2749550" w="6943471">
                  <a:moveTo>
                    <a:pt x="0" y="243840"/>
                  </a:moveTo>
                  <a:cubicBezTo>
                    <a:pt x="0" y="109220"/>
                    <a:pt x="110363" y="0"/>
                    <a:pt x="246507" y="0"/>
                  </a:cubicBezTo>
                  <a:lnTo>
                    <a:pt x="6696964" y="0"/>
                  </a:lnTo>
                  <a:cubicBezTo>
                    <a:pt x="6833108" y="0"/>
                    <a:pt x="6943471" y="109220"/>
                    <a:pt x="6943471" y="243840"/>
                  </a:cubicBezTo>
                  <a:lnTo>
                    <a:pt x="6943471" y="2505710"/>
                  </a:lnTo>
                  <a:cubicBezTo>
                    <a:pt x="6943471" y="2640330"/>
                    <a:pt x="6833108" y="2749550"/>
                    <a:pt x="6696964" y="2749550"/>
                  </a:cubicBezTo>
                  <a:lnTo>
                    <a:pt x="246507" y="2749550"/>
                  </a:lnTo>
                  <a:cubicBezTo>
                    <a:pt x="110363" y="2749550"/>
                    <a:pt x="0" y="2640330"/>
                    <a:pt x="0" y="2505710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4271" cy="2800350"/>
            </a:xfrm>
            <a:custGeom>
              <a:avLst/>
              <a:gdLst/>
              <a:ahLst/>
              <a:cxnLst/>
              <a:rect r="r" b="b" t="t" l="l"/>
              <a:pathLst>
                <a:path h="2800350" w="6994271">
                  <a:moveTo>
                    <a:pt x="0" y="269240"/>
                  </a:moveTo>
                  <a:cubicBezTo>
                    <a:pt x="0" y="120269"/>
                    <a:pt x="122047" y="0"/>
                    <a:pt x="271907" y="0"/>
                  </a:cubicBezTo>
                  <a:lnTo>
                    <a:pt x="6722364" y="0"/>
                  </a:lnTo>
                  <a:lnTo>
                    <a:pt x="6722364" y="25400"/>
                  </a:lnTo>
                  <a:lnTo>
                    <a:pt x="6722364" y="0"/>
                  </a:lnTo>
                  <a:cubicBezTo>
                    <a:pt x="6872224" y="0"/>
                    <a:pt x="6994271" y="120269"/>
                    <a:pt x="6994271" y="269240"/>
                  </a:cubicBezTo>
                  <a:lnTo>
                    <a:pt x="6968871" y="269240"/>
                  </a:lnTo>
                  <a:lnTo>
                    <a:pt x="6994271" y="269240"/>
                  </a:lnTo>
                  <a:lnTo>
                    <a:pt x="6994271" y="2531110"/>
                  </a:lnTo>
                  <a:lnTo>
                    <a:pt x="6968871" y="2531110"/>
                  </a:lnTo>
                  <a:lnTo>
                    <a:pt x="6994271" y="2531110"/>
                  </a:lnTo>
                  <a:cubicBezTo>
                    <a:pt x="6994271" y="2680081"/>
                    <a:pt x="6872224" y="2800350"/>
                    <a:pt x="6722364" y="2800350"/>
                  </a:cubicBezTo>
                  <a:lnTo>
                    <a:pt x="6722364" y="2774950"/>
                  </a:lnTo>
                  <a:lnTo>
                    <a:pt x="6722364" y="2800350"/>
                  </a:lnTo>
                  <a:lnTo>
                    <a:pt x="271907" y="2800350"/>
                  </a:lnTo>
                  <a:lnTo>
                    <a:pt x="271907" y="2774950"/>
                  </a:lnTo>
                  <a:lnTo>
                    <a:pt x="271907" y="2800350"/>
                  </a:lnTo>
                  <a:cubicBezTo>
                    <a:pt x="122047" y="2800350"/>
                    <a:pt x="0" y="2680081"/>
                    <a:pt x="0" y="25311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31110"/>
                  </a:lnTo>
                  <a:lnTo>
                    <a:pt x="25400" y="2531110"/>
                  </a:lnTo>
                  <a:lnTo>
                    <a:pt x="50800" y="2531110"/>
                  </a:lnTo>
                  <a:cubicBezTo>
                    <a:pt x="50800" y="2651506"/>
                    <a:pt x="149479" y="2749550"/>
                    <a:pt x="271907" y="2749550"/>
                  </a:cubicBezTo>
                  <a:lnTo>
                    <a:pt x="6722364" y="2749550"/>
                  </a:lnTo>
                  <a:cubicBezTo>
                    <a:pt x="6844792" y="2749550"/>
                    <a:pt x="6943471" y="2651506"/>
                    <a:pt x="6943471" y="2531110"/>
                  </a:cubicBezTo>
                  <a:lnTo>
                    <a:pt x="6943471" y="269240"/>
                  </a:lnTo>
                  <a:cubicBezTo>
                    <a:pt x="6943471" y="148844"/>
                    <a:pt x="6844792" y="50800"/>
                    <a:pt x="6722364" y="50800"/>
                  </a:cubicBezTo>
                  <a:lnTo>
                    <a:pt x="271907" y="50800"/>
                  </a:lnTo>
                  <a:lnTo>
                    <a:pt x="271907" y="25400"/>
                  </a:lnTo>
                  <a:lnTo>
                    <a:pt x="271907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502003" y="5603672"/>
            <a:ext cx="152400" cy="2062162"/>
            <a:chOff x="0" y="0"/>
            <a:chExt cx="203200" cy="2749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749550"/>
            </a:xfrm>
            <a:custGeom>
              <a:avLst/>
              <a:gdLst/>
              <a:ahLst/>
              <a:cxnLst/>
              <a:rect r="r" b="b" t="t" l="l"/>
              <a:pathLst>
                <a:path h="2749550" w="203200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145415" y="0"/>
                  </a:lnTo>
                  <a:cubicBezTo>
                    <a:pt x="177419" y="0"/>
                    <a:pt x="203200" y="25781"/>
                    <a:pt x="203200" y="57658"/>
                  </a:cubicBezTo>
                  <a:lnTo>
                    <a:pt x="203200" y="2691892"/>
                  </a:lnTo>
                  <a:cubicBezTo>
                    <a:pt x="203200" y="2723769"/>
                    <a:pt x="177419" y="2749550"/>
                    <a:pt x="145542" y="2749550"/>
                  </a:cubicBezTo>
                  <a:lnTo>
                    <a:pt x="57658" y="2749550"/>
                  </a:lnTo>
                  <a:cubicBezTo>
                    <a:pt x="25781" y="2749550"/>
                    <a:pt x="0" y="2723769"/>
                    <a:pt x="0" y="26918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980930" y="5920683"/>
            <a:ext cx="3278686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Duplicate Entries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80930" y="6444558"/>
            <a:ext cx="4440288" cy="8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Repeated data reduces diversity and wastes compute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98376" y="5584622"/>
            <a:ext cx="5245741" cy="2100262"/>
            <a:chOff x="0" y="0"/>
            <a:chExt cx="6994322" cy="2800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6943471" cy="2749550"/>
            </a:xfrm>
            <a:custGeom>
              <a:avLst/>
              <a:gdLst/>
              <a:ahLst/>
              <a:cxnLst/>
              <a:rect r="r" b="b" t="t" l="l"/>
              <a:pathLst>
                <a:path h="2749550" w="6943471">
                  <a:moveTo>
                    <a:pt x="0" y="243840"/>
                  </a:moveTo>
                  <a:cubicBezTo>
                    <a:pt x="0" y="109220"/>
                    <a:pt x="110363" y="0"/>
                    <a:pt x="246507" y="0"/>
                  </a:cubicBezTo>
                  <a:lnTo>
                    <a:pt x="6696964" y="0"/>
                  </a:lnTo>
                  <a:cubicBezTo>
                    <a:pt x="6833108" y="0"/>
                    <a:pt x="6943471" y="109220"/>
                    <a:pt x="6943471" y="243840"/>
                  </a:cubicBezTo>
                  <a:lnTo>
                    <a:pt x="6943471" y="2505710"/>
                  </a:lnTo>
                  <a:cubicBezTo>
                    <a:pt x="6943471" y="2640330"/>
                    <a:pt x="6833108" y="2749550"/>
                    <a:pt x="6696964" y="2749550"/>
                  </a:cubicBezTo>
                  <a:lnTo>
                    <a:pt x="246507" y="2749550"/>
                  </a:lnTo>
                  <a:cubicBezTo>
                    <a:pt x="110363" y="2749550"/>
                    <a:pt x="0" y="2640330"/>
                    <a:pt x="0" y="2505710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94271" cy="2800350"/>
            </a:xfrm>
            <a:custGeom>
              <a:avLst/>
              <a:gdLst/>
              <a:ahLst/>
              <a:cxnLst/>
              <a:rect r="r" b="b" t="t" l="l"/>
              <a:pathLst>
                <a:path h="2800350" w="6994271">
                  <a:moveTo>
                    <a:pt x="0" y="269240"/>
                  </a:moveTo>
                  <a:cubicBezTo>
                    <a:pt x="0" y="120269"/>
                    <a:pt x="122047" y="0"/>
                    <a:pt x="271907" y="0"/>
                  </a:cubicBezTo>
                  <a:lnTo>
                    <a:pt x="6722364" y="0"/>
                  </a:lnTo>
                  <a:lnTo>
                    <a:pt x="6722364" y="25400"/>
                  </a:lnTo>
                  <a:lnTo>
                    <a:pt x="6722364" y="0"/>
                  </a:lnTo>
                  <a:cubicBezTo>
                    <a:pt x="6872224" y="0"/>
                    <a:pt x="6994271" y="120269"/>
                    <a:pt x="6994271" y="269240"/>
                  </a:cubicBezTo>
                  <a:lnTo>
                    <a:pt x="6968871" y="269240"/>
                  </a:lnTo>
                  <a:lnTo>
                    <a:pt x="6994271" y="269240"/>
                  </a:lnTo>
                  <a:lnTo>
                    <a:pt x="6994271" y="2531110"/>
                  </a:lnTo>
                  <a:lnTo>
                    <a:pt x="6968871" y="2531110"/>
                  </a:lnTo>
                  <a:lnTo>
                    <a:pt x="6994271" y="2531110"/>
                  </a:lnTo>
                  <a:cubicBezTo>
                    <a:pt x="6994271" y="2680081"/>
                    <a:pt x="6872224" y="2800350"/>
                    <a:pt x="6722364" y="2800350"/>
                  </a:cubicBezTo>
                  <a:lnTo>
                    <a:pt x="6722364" y="2774950"/>
                  </a:lnTo>
                  <a:lnTo>
                    <a:pt x="6722364" y="2800350"/>
                  </a:lnTo>
                  <a:lnTo>
                    <a:pt x="271907" y="2800350"/>
                  </a:lnTo>
                  <a:lnTo>
                    <a:pt x="271907" y="2774950"/>
                  </a:lnTo>
                  <a:lnTo>
                    <a:pt x="271907" y="2800350"/>
                  </a:lnTo>
                  <a:cubicBezTo>
                    <a:pt x="122047" y="2800350"/>
                    <a:pt x="0" y="2680081"/>
                    <a:pt x="0" y="25311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31110"/>
                  </a:lnTo>
                  <a:lnTo>
                    <a:pt x="25400" y="2531110"/>
                  </a:lnTo>
                  <a:lnTo>
                    <a:pt x="50800" y="2531110"/>
                  </a:lnTo>
                  <a:cubicBezTo>
                    <a:pt x="50800" y="2651506"/>
                    <a:pt x="149479" y="2749550"/>
                    <a:pt x="271907" y="2749550"/>
                  </a:cubicBezTo>
                  <a:lnTo>
                    <a:pt x="6722364" y="2749550"/>
                  </a:lnTo>
                  <a:cubicBezTo>
                    <a:pt x="6844792" y="2749550"/>
                    <a:pt x="6943471" y="2651506"/>
                    <a:pt x="6943471" y="2531110"/>
                  </a:cubicBezTo>
                  <a:lnTo>
                    <a:pt x="6943471" y="269240"/>
                  </a:lnTo>
                  <a:cubicBezTo>
                    <a:pt x="6943471" y="148844"/>
                    <a:pt x="6844792" y="50800"/>
                    <a:pt x="6722364" y="50800"/>
                  </a:cubicBezTo>
                  <a:lnTo>
                    <a:pt x="271907" y="50800"/>
                  </a:lnTo>
                  <a:lnTo>
                    <a:pt x="271907" y="25400"/>
                  </a:lnTo>
                  <a:lnTo>
                    <a:pt x="271907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79326" y="5603672"/>
            <a:ext cx="152400" cy="2062162"/>
            <a:chOff x="0" y="0"/>
            <a:chExt cx="203200" cy="2749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2749550"/>
            </a:xfrm>
            <a:custGeom>
              <a:avLst/>
              <a:gdLst/>
              <a:ahLst/>
              <a:cxnLst/>
              <a:rect r="r" b="b" t="t" l="l"/>
              <a:pathLst>
                <a:path h="2749550" w="203200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145415" y="0"/>
                  </a:lnTo>
                  <a:cubicBezTo>
                    <a:pt x="177419" y="0"/>
                    <a:pt x="203200" y="25781"/>
                    <a:pt x="203200" y="57658"/>
                  </a:cubicBezTo>
                  <a:lnTo>
                    <a:pt x="203200" y="2691892"/>
                  </a:lnTo>
                  <a:cubicBezTo>
                    <a:pt x="203200" y="2723769"/>
                    <a:pt x="177419" y="2749550"/>
                    <a:pt x="145542" y="2749550"/>
                  </a:cubicBezTo>
                  <a:lnTo>
                    <a:pt x="57658" y="2749550"/>
                  </a:lnTo>
                  <a:cubicBezTo>
                    <a:pt x="25781" y="2749550"/>
                    <a:pt x="0" y="2723769"/>
                    <a:pt x="0" y="26918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58252" y="5920683"/>
            <a:ext cx="3278686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Low-Quality Text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8252" y="6444558"/>
            <a:ext cx="4440288" cy="8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Meaningless or very short entries skew model learning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62933" y="7969301"/>
            <a:ext cx="3838280" cy="1396308"/>
            <a:chOff x="0" y="0"/>
            <a:chExt cx="5117706" cy="18617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17592" cy="1861566"/>
            </a:xfrm>
            <a:custGeom>
              <a:avLst/>
              <a:gdLst/>
              <a:ahLst/>
              <a:cxnLst/>
              <a:rect r="r" b="b" t="t" l="l"/>
              <a:pathLst>
                <a:path h="1861566" w="5117592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5059934" y="0"/>
                  </a:lnTo>
                  <a:cubicBezTo>
                    <a:pt x="5091811" y="0"/>
                    <a:pt x="5117592" y="25781"/>
                    <a:pt x="5117592" y="57658"/>
                  </a:cubicBezTo>
                  <a:lnTo>
                    <a:pt x="5117592" y="1803908"/>
                  </a:lnTo>
                  <a:cubicBezTo>
                    <a:pt x="5117592" y="1835785"/>
                    <a:pt x="5091811" y="1861566"/>
                    <a:pt x="5059934" y="1861566"/>
                  </a:cubicBezTo>
                  <a:lnTo>
                    <a:pt x="57658" y="1861566"/>
                  </a:lnTo>
                  <a:cubicBezTo>
                    <a:pt x="25781" y="1861566"/>
                    <a:pt x="0" y="1835785"/>
                    <a:pt x="0" y="180390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51359" y="8248202"/>
            <a:ext cx="3261417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💬</a:t>
            </a: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Chatbot Development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170884" y="7969301"/>
            <a:ext cx="3838280" cy="1396308"/>
            <a:chOff x="0" y="0"/>
            <a:chExt cx="5117706" cy="18617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17592" cy="1861566"/>
            </a:xfrm>
            <a:custGeom>
              <a:avLst/>
              <a:gdLst/>
              <a:ahLst/>
              <a:cxnLst/>
              <a:rect r="r" b="b" t="t" l="l"/>
              <a:pathLst>
                <a:path h="1861566" w="5117592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5059934" y="0"/>
                  </a:lnTo>
                  <a:cubicBezTo>
                    <a:pt x="5091811" y="0"/>
                    <a:pt x="5117592" y="25781"/>
                    <a:pt x="5117592" y="57658"/>
                  </a:cubicBezTo>
                  <a:lnTo>
                    <a:pt x="5117592" y="1803908"/>
                  </a:lnTo>
                  <a:cubicBezTo>
                    <a:pt x="5117592" y="1835785"/>
                    <a:pt x="5091811" y="1861566"/>
                    <a:pt x="5059934" y="1861566"/>
                  </a:cubicBezTo>
                  <a:lnTo>
                    <a:pt x="57658" y="1861566"/>
                  </a:lnTo>
                  <a:cubicBezTo>
                    <a:pt x="25781" y="1861566"/>
                    <a:pt x="0" y="1835785"/>
                    <a:pt x="0" y="180390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459311" y="8248202"/>
            <a:ext cx="3261417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🧠</a:t>
            </a: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NLP Models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78836" y="7969301"/>
            <a:ext cx="3838280" cy="1396308"/>
            <a:chOff x="0" y="0"/>
            <a:chExt cx="5117706" cy="18617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17592" cy="1861566"/>
            </a:xfrm>
            <a:custGeom>
              <a:avLst/>
              <a:gdLst/>
              <a:ahLst/>
              <a:cxnLst/>
              <a:rect r="r" b="b" t="t" l="l"/>
              <a:pathLst>
                <a:path h="1861566" w="5117592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5059934" y="0"/>
                  </a:lnTo>
                  <a:cubicBezTo>
                    <a:pt x="5091811" y="0"/>
                    <a:pt x="5117592" y="25781"/>
                    <a:pt x="5117592" y="57658"/>
                  </a:cubicBezTo>
                  <a:lnTo>
                    <a:pt x="5117592" y="1803908"/>
                  </a:lnTo>
                  <a:cubicBezTo>
                    <a:pt x="5117592" y="1835785"/>
                    <a:pt x="5091811" y="1861566"/>
                    <a:pt x="5059934" y="1861566"/>
                  </a:cubicBezTo>
                  <a:lnTo>
                    <a:pt x="57658" y="1861566"/>
                  </a:lnTo>
                  <a:cubicBezTo>
                    <a:pt x="25781" y="1861566"/>
                    <a:pt x="0" y="1835785"/>
                    <a:pt x="0" y="180390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567272" y="8248202"/>
            <a:ext cx="3261417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🤖</a:t>
            </a: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Conversational AI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386787" y="7969301"/>
            <a:ext cx="3838280" cy="1396308"/>
            <a:chOff x="0" y="0"/>
            <a:chExt cx="5117706" cy="18617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17592" cy="1861566"/>
            </a:xfrm>
            <a:custGeom>
              <a:avLst/>
              <a:gdLst/>
              <a:ahLst/>
              <a:cxnLst/>
              <a:rect r="r" b="b" t="t" l="l"/>
              <a:pathLst>
                <a:path h="1861566" w="5117592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lnTo>
                    <a:pt x="5059934" y="0"/>
                  </a:lnTo>
                  <a:cubicBezTo>
                    <a:pt x="5091811" y="0"/>
                    <a:pt x="5117592" y="25781"/>
                    <a:pt x="5117592" y="57658"/>
                  </a:cubicBezTo>
                  <a:lnTo>
                    <a:pt x="5117592" y="1803908"/>
                  </a:lnTo>
                  <a:cubicBezTo>
                    <a:pt x="5117592" y="1835785"/>
                    <a:pt x="5091811" y="1861566"/>
                    <a:pt x="5059934" y="1861566"/>
                  </a:cubicBezTo>
                  <a:lnTo>
                    <a:pt x="57658" y="1861566"/>
                  </a:lnTo>
                  <a:cubicBezTo>
                    <a:pt x="25781" y="1861566"/>
                    <a:pt x="0" y="1835785"/>
                    <a:pt x="0" y="180390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675223" y="8248202"/>
            <a:ext cx="3261417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🔬</a:t>
            </a: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LLM Fine-Tuning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6135" y="596951"/>
            <a:ext cx="5040068" cy="65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6135" y="1555109"/>
            <a:ext cx="167357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7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structured, seven-stage pipeline transforms raw text into a clean, structured JSONL dataset ready for AI training.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5048" y="2039093"/>
            <a:ext cx="16597760" cy="7157295"/>
            <a:chOff x="0" y="0"/>
            <a:chExt cx="22130347" cy="95430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130386" cy="9543034"/>
            </a:xfrm>
            <a:custGeom>
              <a:avLst/>
              <a:gdLst/>
              <a:ahLst/>
              <a:cxnLst/>
              <a:rect r="r" b="b" t="t" l="l"/>
              <a:pathLst>
                <a:path h="9543034" w="22130386">
                  <a:moveTo>
                    <a:pt x="0" y="0"/>
                  </a:moveTo>
                  <a:lnTo>
                    <a:pt x="22130386" y="0"/>
                  </a:lnTo>
                  <a:lnTo>
                    <a:pt x="22130386" y="9543034"/>
                  </a:lnTo>
                  <a:lnTo>
                    <a:pt x="0" y="9543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t="0" r="-4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61950" y="7841485"/>
            <a:ext cx="3422894" cy="44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Apply Filters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1950" y="6184687"/>
            <a:ext cx="3422894" cy="44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1950" y="4544625"/>
            <a:ext cx="3422894" cy="44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Convert to JSONL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1950" y="2887828"/>
            <a:ext cx="3422894" cy="44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135" y="9356522"/>
            <a:ext cx="167357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7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stage is designed to progressively improve data quality — the final output is a lean, consistent dataset optimized for model training efficiency.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8035" y="1627137"/>
            <a:ext cx="7104012" cy="4880310"/>
            <a:chOff x="0" y="0"/>
            <a:chExt cx="8876513" cy="6097981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8876538" cy="6098032"/>
            </a:xfrm>
            <a:custGeom>
              <a:avLst/>
              <a:gdLst/>
              <a:ahLst/>
              <a:cxnLst/>
              <a:rect r="r" b="b" t="t" l="l"/>
              <a:pathLst>
                <a:path h="6098032" w="8876538">
                  <a:moveTo>
                    <a:pt x="0" y="0"/>
                  </a:moveTo>
                  <a:lnTo>
                    <a:pt x="8876538" y="0"/>
                  </a:lnTo>
                  <a:lnTo>
                    <a:pt x="8876538" y="6098032"/>
                  </a:lnTo>
                  <a:lnTo>
                    <a:pt x="0" y="6098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7847" y="261642"/>
            <a:ext cx="10819022" cy="76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453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Cleaning, Filtering &amp; Deduplication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59857"/>
            <a:ext cx="4482837" cy="38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32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Pipeline Does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1071505" y="2044314"/>
            <a:ext cx="401088" cy="401088"/>
          </a:xfrm>
          <a:custGeom>
            <a:avLst/>
            <a:gdLst/>
            <a:ahLst/>
            <a:cxnLst/>
            <a:rect r="r" b="b" t="t" l="l"/>
            <a:pathLst>
              <a:path h="401088" w="401088">
                <a:moveTo>
                  <a:pt x="0" y="0"/>
                </a:moveTo>
                <a:lnTo>
                  <a:pt x="401089" y="0"/>
                </a:lnTo>
                <a:lnTo>
                  <a:pt x="401089" y="401088"/>
                </a:lnTo>
                <a:lnTo>
                  <a:pt x="0" y="401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977" t="0" r="-697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5423" y="2045445"/>
            <a:ext cx="2278856" cy="3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 Cleaning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5423" y="2507314"/>
            <a:ext cx="870659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7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Lowercase normalization, extra space removal, Unicode fixing, and punctuation correction for </a:t>
            </a:r>
            <a:r>
              <a:rPr lang="en-US" sz="1799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consistency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071505" y="3364789"/>
            <a:ext cx="401088" cy="401088"/>
          </a:xfrm>
          <a:custGeom>
            <a:avLst/>
            <a:gdLst/>
            <a:ahLst/>
            <a:cxnLst/>
            <a:rect r="r" b="b" t="t" l="l"/>
            <a:pathLst>
              <a:path h="401088" w="401088">
                <a:moveTo>
                  <a:pt x="0" y="0"/>
                </a:moveTo>
                <a:lnTo>
                  <a:pt x="401089" y="0"/>
                </a:lnTo>
                <a:lnTo>
                  <a:pt x="401089" y="401088"/>
                </a:lnTo>
                <a:lnTo>
                  <a:pt x="0" y="401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652" t="0" r="-465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5423" y="3320749"/>
            <a:ext cx="2278856" cy="3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5423" y="3787013"/>
            <a:ext cx="870659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7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Eliminates very short entries and numeric-only content — retaining only </a:t>
            </a:r>
            <a:r>
              <a:rPr lang="en-US" sz="1799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meaningful textual data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079744" y="4556452"/>
            <a:ext cx="401088" cy="401088"/>
          </a:xfrm>
          <a:custGeom>
            <a:avLst/>
            <a:gdLst/>
            <a:ahLst/>
            <a:cxnLst/>
            <a:rect r="r" b="b" t="t" l="l"/>
            <a:pathLst>
              <a:path h="401088" w="401088">
                <a:moveTo>
                  <a:pt x="0" y="0"/>
                </a:moveTo>
                <a:lnTo>
                  <a:pt x="401089" y="0"/>
                </a:lnTo>
                <a:lnTo>
                  <a:pt x="401089" y="401088"/>
                </a:lnTo>
                <a:lnTo>
                  <a:pt x="0" y="401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9302" r="0" b="-930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5423" y="4600448"/>
            <a:ext cx="2278856" cy="30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19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Deduplication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5423" y="5115773"/>
            <a:ext cx="870659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7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and removes duplicate sentences, improving </a:t>
            </a:r>
            <a:r>
              <a:rPr lang="en-US" sz="1799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dataset diversity</a:t>
            </a:r>
            <a:r>
              <a:rPr lang="en-US" sz="17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model generalization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8412" y="6104051"/>
            <a:ext cx="3528213" cy="46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3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Measured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71572" y="7212511"/>
            <a:ext cx="2959894" cy="5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12091" y="7948165"/>
            <a:ext cx="2278856" cy="30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Samples Before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82123" y="7212511"/>
            <a:ext cx="2959894" cy="5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4680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22641" y="7948165"/>
            <a:ext cx="2278856" cy="30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Samples After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32816" y="7212511"/>
            <a:ext cx="2959894" cy="5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6.4%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73335" y="7948165"/>
            <a:ext cx="2278856" cy="30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17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Reduced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049" y="8933392"/>
            <a:ext cx="10810285" cy="63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19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sentence length dropped from </a:t>
            </a:r>
            <a:r>
              <a:rPr lang="en-US" sz="1999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13.61 → 12.17 words</a:t>
            </a:r>
            <a:r>
              <a:rPr lang="en-US" sz="199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indicating successful removal of redundant conversational patterns while preserving natural diversity.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944613"/>
            <a:ext cx="7621191" cy="77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&amp; Challenges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2256234"/>
            <a:ext cx="2980134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Used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9744" y="2898429"/>
            <a:ext cx="3341494" cy="1906343"/>
            <a:chOff x="0" y="0"/>
            <a:chExt cx="4455325" cy="2541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55287" cy="2541778"/>
            </a:xfrm>
            <a:custGeom>
              <a:avLst/>
              <a:gdLst/>
              <a:ahLst/>
              <a:cxnLst/>
              <a:rect r="r" b="b" t="t" l="l"/>
              <a:pathLst>
                <a:path h="2541778" w="4455287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402836" y="0"/>
                  </a:lnTo>
                  <a:cubicBezTo>
                    <a:pt x="4431792" y="0"/>
                    <a:pt x="4455287" y="23495"/>
                    <a:pt x="4455287" y="52451"/>
                  </a:cubicBezTo>
                  <a:lnTo>
                    <a:pt x="4455287" y="2489327"/>
                  </a:lnTo>
                  <a:cubicBezTo>
                    <a:pt x="4455287" y="2518283"/>
                    <a:pt x="4431792" y="2541778"/>
                    <a:pt x="4402836" y="2541778"/>
                  </a:cubicBezTo>
                  <a:lnTo>
                    <a:pt x="52451" y="2541778"/>
                  </a:lnTo>
                  <a:cubicBezTo>
                    <a:pt x="23495" y="2541778"/>
                    <a:pt x="0" y="2518283"/>
                    <a:pt x="0" y="24893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1987" y="3160662"/>
            <a:ext cx="786708" cy="786708"/>
            <a:chOff x="0" y="0"/>
            <a:chExt cx="1048944" cy="1048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020" cy="1049020"/>
            </a:xfrm>
            <a:custGeom>
              <a:avLst/>
              <a:gdLst/>
              <a:ahLst/>
              <a:cxnLst/>
              <a:rect r="r" b="b" t="t" l="l"/>
              <a:pathLst>
                <a:path h="1049020" w="1049020">
                  <a:moveTo>
                    <a:pt x="0" y="524510"/>
                  </a:moveTo>
                  <a:cubicBezTo>
                    <a:pt x="0" y="234823"/>
                    <a:pt x="234823" y="0"/>
                    <a:pt x="524510" y="0"/>
                  </a:cubicBezTo>
                  <a:cubicBezTo>
                    <a:pt x="814197" y="0"/>
                    <a:pt x="1049020" y="234823"/>
                    <a:pt x="1049020" y="524510"/>
                  </a:cubicBezTo>
                  <a:cubicBezTo>
                    <a:pt x="1049020" y="814197"/>
                    <a:pt x="814197" y="1049020"/>
                    <a:pt x="524510" y="1049020"/>
                  </a:cubicBezTo>
                  <a:cubicBezTo>
                    <a:pt x="234823" y="1049020"/>
                    <a:pt x="0" y="814070"/>
                    <a:pt x="0" y="5245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58376" y="3376908"/>
            <a:ext cx="353911" cy="353911"/>
          </a:xfrm>
          <a:custGeom>
            <a:avLst/>
            <a:gdLst/>
            <a:ahLst/>
            <a:cxnLst/>
            <a:rect r="r" b="b" t="t" l="l"/>
            <a:pathLst>
              <a:path h="353911" w="353911">
                <a:moveTo>
                  <a:pt x="0" y="0"/>
                </a:moveTo>
                <a:lnTo>
                  <a:pt x="353911" y="0"/>
                </a:lnTo>
                <a:lnTo>
                  <a:pt x="353911" y="353911"/>
                </a:lnTo>
                <a:lnTo>
                  <a:pt x="0" y="35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577" r="0" b="-658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41987" y="4151109"/>
            <a:ext cx="2817019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44028" y="2898429"/>
            <a:ext cx="3341637" cy="1906343"/>
            <a:chOff x="0" y="0"/>
            <a:chExt cx="4455516" cy="2541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55541" cy="2541778"/>
            </a:xfrm>
            <a:custGeom>
              <a:avLst/>
              <a:gdLst/>
              <a:ahLst/>
              <a:cxnLst/>
              <a:rect r="r" b="b" t="t" l="l"/>
              <a:pathLst>
                <a:path h="2541778" w="4455541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403090" y="0"/>
                  </a:lnTo>
                  <a:cubicBezTo>
                    <a:pt x="4432046" y="0"/>
                    <a:pt x="4455541" y="23495"/>
                    <a:pt x="4455541" y="52451"/>
                  </a:cubicBezTo>
                  <a:lnTo>
                    <a:pt x="4455541" y="2489327"/>
                  </a:lnTo>
                  <a:cubicBezTo>
                    <a:pt x="4455541" y="2518283"/>
                    <a:pt x="4432046" y="2541778"/>
                    <a:pt x="4403090" y="2541778"/>
                  </a:cubicBezTo>
                  <a:lnTo>
                    <a:pt x="52451" y="2541778"/>
                  </a:lnTo>
                  <a:cubicBezTo>
                    <a:pt x="23495" y="2541778"/>
                    <a:pt x="0" y="2518283"/>
                    <a:pt x="0" y="24893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906270" y="3160662"/>
            <a:ext cx="786708" cy="786708"/>
            <a:chOff x="0" y="0"/>
            <a:chExt cx="1048944" cy="1048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9020" cy="1049020"/>
            </a:xfrm>
            <a:custGeom>
              <a:avLst/>
              <a:gdLst/>
              <a:ahLst/>
              <a:cxnLst/>
              <a:rect r="r" b="b" t="t" l="l"/>
              <a:pathLst>
                <a:path h="1049020" w="1049020">
                  <a:moveTo>
                    <a:pt x="0" y="524510"/>
                  </a:moveTo>
                  <a:cubicBezTo>
                    <a:pt x="0" y="234823"/>
                    <a:pt x="234823" y="0"/>
                    <a:pt x="524510" y="0"/>
                  </a:cubicBezTo>
                  <a:cubicBezTo>
                    <a:pt x="814197" y="0"/>
                    <a:pt x="1049020" y="234823"/>
                    <a:pt x="1049020" y="524510"/>
                  </a:cubicBezTo>
                  <a:cubicBezTo>
                    <a:pt x="1049020" y="814197"/>
                    <a:pt x="814197" y="1049020"/>
                    <a:pt x="524510" y="1049020"/>
                  </a:cubicBezTo>
                  <a:cubicBezTo>
                    <a:pt x="234823" y="1049020"/>
                    <a:pt x="0" y="814070"/>
                    <a:pt x="0" y="5245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5122659" y="3376908"/>
            <a:ext cx="353911" cy="353911"/>
          </a:xfrm>
          <a:custGeom>
            <a:avLst/>
            <a:gdLst/>
            <a:ahLst/>
            <a:cxnLst/>
            <a:rect r="r" b="b" t="t" l="l"/>
            <a:pathLst>
              <a:path h="353911" w="353911">
                <a:moveTo>
                  <a:pt x="0" y="0"/>
                </a:moveTo>
                <a:lnTo>
                  <a:pt x="353911" y="0"/>
                </a:lnTo>
                <a:lnTo>
                  <a:pt x="353911" y="353911"/>
                </a:lnTo>
                <a:lnTo>
                  <a:pt x="0" y="3539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893" r="0" b="-789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906270" y="4151109"/>
            <a:ext cx="2817171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JSON / JSONL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9744" y="5027562"/>
            <a:ext cx="3341494" cy="1906343"/>
            <a:chOff x="0" y="0"/>
            <a:chExt cx="4455325" cy="2541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55287" cy="2541778"/>
            </a:xfrm>
            <a:custGeom>
              <a:avLst/>
              <a:gdLst/>
              <a:ahLst/>
              <a:cxnLst/>
              <a:rect r="r" b="b" t="t" l="l"/>
              <a:pathLst>
                <a:path h="2541778" w="4455287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402836" y="0"/>
                  </a:lnTo>
                  <a:cubicBezTo>
                    <a:pt x="4431792" y="0"/>
                    <a:pt x="4455287" y="23495"/>
                    <a:pt x="4455287" y="52451"/>
                  </a:cubicBezTo>
                  <a:lnTo>
                    <a:pt x="4455287" y="2489327"/>
                  </a:lnTo>
                  <a:cubicBezTo>
                    <a:pt x="4455287" y="2518283"/>
                    <a:pt x="4431792" y="2541778"/>
                    <a:pt x="4402836" y="2541778"/>
                  </a:cubicBezTo>
                  <a:lnTo>
                    <a:pt x="52451" y="2541778"/>
                  </a:lnTo>
                  <a:cubicBezTo>
                    <a:pt x="23495" y="2541778"/>
                    <a:pt x="0" y="2518283"/>
                    <a:pt x="0" y="24893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1987" y="5289794"/>
            <a:ext cx="786708" cy="786708"/>
            <a:chOff x="0" y="0"/>
            <a:chExt cx="1048944" cy="1048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9020" cy="1049020"/>
            </a:xfrm>
            <a:custGeom>
              <a:avLst/>
              <a:gdLst/>
              <a:ahLst/>
              <a:cxnLst/>
              <a:rect r="r" b="b" t="t" l="l"/>
              <a:pathLst>
                <a:path h="1049020" w="1049020">
                  <a:moveTo>
                    <a:pt x="0" y="524510"/>
                  </a:moveTo>
                  <a:cubicBezTo>
                    <a:pt x="0" y="234823"/>
                    <a:pt x="234823" y="0"/>
                    <a:pt x="524510" y="0"/>
                  </a:cubicBezTo>
                  <a:cubicBezTo>
                    <a:pt x="814197" y="0"/>
                    <a:pt x="1049020" y="234823"/>
                    <a:pt x="1049020" y="524510"/>
                  </a:cubicBezTo>
                  <a:cubicBezTo>
                    <a:pt x="1049020" y="814197"/>
                    <a:pt x="814197" y="1049020"/>
                    <a:pt x="524510" y="1049020"/>
                  </a:cubicBezTo>
                  <a:cubicBezTo>
                    <a:pt x="234823" y="1049020"/>
                    <a:pt x="0" y="814070"/>
                    <a:pt x="0" y="5245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558376" y="5506050"/>
            <a:ext cx="353911" cy="353911"/>
          </a:xfrm>
          <a:custGeom>
            <a:avLst/>
            <a:gdLst/>
            <a:ahLst/>
            <a:cxnLst/>
            <a:rect r="r" b="b" t="t" l="l"/>
            <a:pathLst>
              <a:path h="353911" w="353911">
                <a:moveTo>
                  <a:pt x="0" y="0"/>
                </a:moveTo>
                <a:lnTo>
                  <a:pt x="353911" y="0"/>
                </a:lnTo>
                <a:lnTo>
                  <a:pt x="353911" y="353911"/>
                </a:lnTo>
                <a:lnTo>
                  <a:pt x="0" y="35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41987" y="6280252"/>
            <a:ext cx="2817019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Regex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644028" y="5027562"/>
            <a:ext cx="3341637" cy="1906343"/>
            <a:chOff x="0" y="0"/>
            <a:chExt cx="4455516" cy="2541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55541" cy="2541778"/>
            </a:xfrm>
            <a:custGeom>
              <a:avLst/>
              <a:gdLst/>
              <a:ahLst/>
              <a:cxnLst/>
              <a:rect r="r" b="b" t="t" l="l"/>
              <a:pathLst>
                <a:path h="2541778" w="4455541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403090" y="0"/>
                  </a:lnTo>
                  <a:cubicBezTo>
                    <a:pt x="4432046" y="0"/>
                    <a:pt x="4455541" y="23495"/>
                    <a:pt x="4455541" y="52451"/>
                  </a:cubicBezTo>
                  <a:lnTo>
                    <a:pt x="4455541" y="2489327"/>
                  </a:lnTo>
                  <a:cubicBezTo>
                    <a:pt x="4455541" y="2518283"/>
                    <a:pt x="4432046" y="2541778"/>
                    <a:pt x="4403090" y="2541778"/>
                  </a:cubicBezTo>
                  <a:lnTo>
                    <a:pt x="52451" y="2541778"/>
                  </a:lnTo>
                  <a:cubicBezTo>
                    <a:pt x="23495" y="2541778"/>
                    <a:pt x="0" y="2518283"/>
                    <a:pt x="0" y="24893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06270" y="5289794"/>
            <a:ext cx="786708" cy="786708"/>
            <a:chOff x="0" y="0"/>
            <a:chExt cx="1048944" cy="1048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9020" cy="1049020"/>
            </a:xfrm>
            <a:custGeom>
              <a:avLst/>
              <a:gdLst/>
              <a:ahLst/>
              <a:cxnLst/>
              <a:rect r="r" b="b" t="t" l="l"/>
              <a:pathLst>
                <a:path h="1049020" w="1049020">
                  <a:moveTo>
                    <a:pt x="0" y="524510"/>
                  </a:moveTo>
                  <a:cubicBezTo>
                    <a:pt x="0" y="234823"/>
                    <a:pt x="234823" y="0"/>
                    <a:pt x="524510" y="0"/>
                  </a:cubicBezTo>
                  <a:cubicBezTo>
                    <a:pt x="814197" y="0"/>
                    <a:pt x="1049020" y="234823"/>
                    <a:pt x="1049020" y="524510"/>
                  </a:cubicBezTo>
                  <a:cubicBezTo>
                    <a:pt x="1049020" y="814197"/>
                    <a:pt x="814197" y="1049020"/>
                    <a:pt x="524510" y="1049020"/>
                  </a:cubicBezTo>
                  <a:cubicBezTo>
                    <a:pt x="234823" y="1049020"/>
                    <a:pt x="0" y="814070"/>
                    <a:pt x="0" y="5245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5122659" y="5506050"/>
            <a:ext cx="353911" cy="353911"/>
          </a:xfrm>
          <a:custGeom>
            <a:avLst/>
            <a:gdLst/>
            <a:ahLst/>
            <a:cxnLst/>
            <a:rect r="r" b="b" t="t" l="l"/>
            <a:pathLst>
              <a:path h="353911" w="353911">
                <a:moveTo>
                  <a:pt x="0" y="0"/>
                </a:moveTo>
                <a:lnTo>
                  <a:pt x="353911" y="0"/>
                </a:lnTo>
                <a:lnTo>
                  <a:pt x="353911" y="353911"/>
                </a:lnTo>
                <a:lnTo>
                  <a:pt x="0" y="3539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948" t="0" r="-3948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906270" y="6280252"/>
            <a:ext cx="2817171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Matplotlib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79744" y="7156694"/>
            <a:ext cx="6905920" cy="1906343"/>
            <a:chOff x="0" y="0"/>
            <a:chExt cx="9207894" cy="2541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07881" cy="2541778"/>
            </a:xfrm>
            <a:custGeom>
              <a:avLst/>
              <a:gdLst/>
              <a:ahLst/>
              <a:cxnLst/>
              <a:rect r="r" b="b" t="t" l="l"/>
              <a:pathLst>
                <a:path h="2541778" w="9207881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9155430" y="0"/>
                  </a:lnTo>
                  <a:cubicBezTo>
                    <a:pt x="9184387" y="0"/>
                    <a:pt x="9207881" y="23495"/>
                    <a:pt x="9207881" y="52451"/>
                  </a:cubicBezTo>
                  <a:lnTo>
                    <a:pt x="9207881" y="2489327"/>
                  </a:lnTo>
                  <a:cubicBezTo>
                    <a:pt x="9207881" y="2518283"/>
                    <a:pt x="9184387" y="2541778"/>
                    <a:pt x="9155430" y="2541778"/>
                  </a:cubicBezTo>
                  <a:lnTo>
                    <a:pt x="52451" y="2541778"/>
                  </a:lnTo>
                  <a:cubicBezTo>
                    <a:pt x="23495" y="2541778"/>
                    <a:pt x="0" y="2518283"/>
                    <a:pt x="0" y="24893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1987" y="7418937"/>
            <a:ext cx="786708" cy="786708"/>
            <a:chOff x="0" y="0"/>
            <a:chExt cx="1048944" cy="1048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9020" cy="1049020"/>
            </a:xfrm>
            <a:custGeom>
              <a:avLst/>
              <a:gdLst/>
              <a:ahLst/>
              <a:cxnLst/>
              <a:rect r="r" b="b" t="t" l="l"/>
              <a:pathLst>
                <a:path h="1049020" w="1049020">
                  <a:moveTo>
                    <a:pt x="0" y="524510"/>
                  </a:moveTo>
                  <a:cubicBezTo>
                    <a:pt x="0" y="234823"/>
                    <a:pt x="234823" y="0"/>
                    <a:pt x="524510" y="0"/>
                  </a:cubicBezTo>
                  <a:cubicBezTo>
                    <a:pt x="814197" y="0"/>
                    <a:pt x="1049020" y="234823"/>
                    <a:pt x="1049020" y="524510"/>
                  </a:cubicBezTo>
                  <a:cubicBezTo>
                    <a:pt x="1049020" y="814197"/>
                    <a:pt x="814197" y="1049020"/>
                    <a:pt x="524510" y="1049020"/>
                  </a:cubicBezTo>
                  <a:cubicBezTo>
                    <a:pt x="234823" y="1049020"/>
                    <a:pt x="0" y="814070"/>
                    <a:pt x="0" y="5245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558376" y="7635183"/>
            <a:ext cx="353911" cy="353911"/>
          </a:xfrm>
          <a:custGeom>
            <a:avLst/>
            <a:gdLst/>
            <a:ahLst/>
            <a:cxnLst/>
            <a:rect r="r" b="b" t="t" l="l"/>
            <a:pathLst>
              <a:path h="353911" w="353911">
                <a:moveTo>
                  <a:pt x="0" y="0"/>
                </a:moveTo>
                <a:lnTo>
                  <a:pt x="353911" y="0"/>
                </a:lnTo>
                <a:lnTo>
                  <a:pt x="353911" y="353911"/>
                </a:lnTo>
                <a:lnTo>
                  <a:pt x="0" y="3539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341987" y="8409384"/>
            <a:ext cx="2980134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NeMo Curator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34860" y="2256234"/>
            <a:ext cx="3418580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&amp; Solution</a:t>
            </a:r>
          </a:p>
        </p:txBody>
      </p:sp>
      <p:sp>
        <p:nvSpPr>
          <p:cNvPr name="Freeform 39" id="39" descr="preencoded.png"/>
          <p:cNvSpPr/>
          <p:nvPr/>
        </p:nvSpPr>
        <p:spPr>
          <a:xfrm flipH="false" flipV="false" rot="0">
            <a:off x="8733082" y="2906468"/>
            <a:ext cx="393354" cy="393354"/>
          </a:xfrm>
          <a:custGeom>
            <a:avLst/>
            <a:gdLst/>
            <a:ahLst/>
            <a:cxnLst/>
            <a:rect r="r" b="b" t="t" l="l"/>
            <a:pathLst>
              <a:path h="393354" w="393354">
                <a:moveTo>
                  <a:pt x="0" y="0"/>
                </a:moveTo>
                <a:lnTo>
                  <a:pt x="393354" y="0"/>
                </a:lnTo>
                <a:lnTo>
                  <a:pt x="393354" y="393354"/>
                </a:lnTo>
                <a:lnTo>
                  <a:pt x="0" y="393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32" t="0" r="-8334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487052" y="2879379"/>
            <a:ext cx="3052610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Platform Limitation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87052" y="3445964"/>
            <a:ext cx="7730576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NeMo Curator is Linux-only — incompatible with macOS environments</a:t>
            </a:r>
          </a:p>
        </p:txBody>
      </p:sp>
      <p:sp>
        <p:nvSpPr>
          <p:cNvPr name="Freeform 42" id="42" descr="preencoded.png"/>
          <p:cNvSpPr/>
          <p:nvPr/>
        </p:nvSpPr>
        <p:spPr>
          <a:xfrm flipH="false" flipV="false" rot="0">
            <a:off x="8733082" y="4311101"/>
            <a:ext cx="393354" cy="393354"/>
          </a:xfrm>
          <a:custGeom>
            <a:avLst/>
            <a:gdLst/>
            <a:ahLst/>
            <a:cxnLst/>
            <a:rect r="r" b="b" t="t" l="l"/>
            <a:pathLst>
              <a:path h="393354" w="393354">
                <a:moveTo>
                  <a:pt x="0" y="0"/>
                </a:moveTo>
                <a:lnTo>
                  <a:pt x="393354" y="0"/>
                </a:lnTo>
                <a:lnTo>
                  <a:pt x="393354" y="393354"/>
                </a:lnTo>
                <a:lnTo>
                  <a:pt x="0" y="393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32" t="0" r="-8334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487052" y="4284021"/>
            <a:ext cx="3353095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Version Compatibility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87052" y="4850606"/>
            <a:ext cx="7730576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API mismatches and import errors encountered in Colab across library versions</a:t>
            </a:r>
          </a:p>
        </p:txBody>
      </p:sp>
      <p:sp>
        <p:nvSpPr>
          <p:cNvPr name="Freeform 45" id="45" descr="preencoded.png"/>
          <p:cNvSpPr/>
          <p:nvPr/>
        </p:nvSpPr>
        <p:spPr>
          <a:xfrm flipH="false" flipV="false" rot="0">
            <a:off x="8733082" y="6079484"/>
            <a:ext cx="393354" cy="393354"/>
          </a:xfrm>
          <a:custGeom>
            <a:avLst/>
            <a:gdLst/>
            <a:ahLst/>
            <a:cxnLst/>
            <a:rect r="r" b="b" t="t" l="l"/>
            <a:pathLst>
              <a:path h="393354" w="393354">
                <a:moveTo>
                  <a:pt x="0" y="0"/>
                </a:moveTo>
                <a:lnTo>
                  <a:pt x="393354" y="0"/>
                </a:lnTo>
                <a:lnTo>
                  <a:pt x="393354" y="393354"/>
                </a:lnTo>
                <a:lnTo>
                  <a:pt x="0" y="393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32" t="0" r="-8334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487052" y="6052395"/>
            <a:ext cx="2980134" cy="39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3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Issues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7052" y="6618980"/>
            <a:ext cx="7730576" cy="41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Several datasets deprecated; required manual loading and handling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634860" y="7281120"/>
            <a:ext cx="8582768" cy="1347492"/>
            <a:chOff x="0" y="0"/>
            <a:chExt cx="11443691" cy="17966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443716" cy="1796669"/>
            </a:xfrm>
            <a:custGeom>
              <a:avLst/>
              <a:gdLst/>
              <a:ahLst/>
              <a:cxnLst/>
              <a:rect r="r" b="b" t="t" l="l"/>
              <a:pathLst>
                <a:path h="1796669" w="11443716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1391265" y="0"/>
                  </a:lnTo>
                  <a:cubicBezTo>
                    <a:pt x="11420222" y="0"/>
                    <a:pt x="11443716" y="23495"/>
                    <a:pt x="11443716" y="52451"/>
                  </a:cubicBezTo>
                  <a:lnTo>
                    <a:pt x="11443716" y="1744218"/>
                  </a:lnTo>
                  <a:cubicBezTo>
                    <a:pt x="11443716" y="1773174"/>
                    <a:pt x="11420222" y="1796669"/>
                    <a:pt x="11391265" y="1796669"/>
                  </a:cubicBezTo>
                  <a:lnTo>
                    <a:pt x="52451" y="1796669"/>
                  </a:lnTo>
                  <a:cubicBezTo>
                    <a:pt x="23495" y="1796669"/>
                    <a:pt x="0" y="1773174"/>
                    <a:pt x="0" y="1744218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897093" y="7636516"/>
            <a:ext cx="327717" cy="262233"/>
            <a:chOff x="0" y="0"/>
            <a:chExt cx="436956" cy="34964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437007" cy="349631"/>
            </a:xfrm>
            <a:custGeom>
              <a:avLst/>
              <a:gdLst/>
              <a:ahLst/>
              <a:cxnLst/>
              <a:rect r="r" b="b" t="t" l="l"/>
              <a:pathLst>
                <a:path h="349631" w="437007">
                  <a:moveTo>
                    <a:pt x="0" y="0"/>
                  </a:moveTo>
                  <a:lnTo>
                    <a:pt x="437007" y="0"/>
                  </a:lnTo>
                  <a:lnTo>
                    <a:pt x="437007" y="349631"/>
                  </a:lnTo>
                  <a:lnTo>
                    <a:pt x="0" y="349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460" r="11" b="-1463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487052" y="7521769"/>
            <a:ext cx="7468343" cy="7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custom Python pipeline was implemented manually — delivering full control, stability, and deeper process understanding.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976017"/>
            <a:ext cx="7628487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Improvements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2327377"/>
            <a:ext cx="16128502" cy="48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pipeline lays a strong foundation — these enhancements would bring it closer to </a:t>
            </a: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industry-grade data curation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9744" y="3565769"/>
            <a:ext cx="5190534" cy="2504037"/>
            <a:chOff x="0" y="0"/>
            <a:chExt cx="6920713" cy="3338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20738" cy="3338703"/>
            </a:xfrm>
            <a:custGeom>
              <a:avLst/>
              <a:gdLst/>
              <a:ahLst/>
              <a:cxnLst/>
              <a:rect r="r" b="b" t="t" l="l"/>
              <a:pathLst>
                <a:path h="3338703" w="69207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76898" y="0"/>
                  </a:lnTo>
                  <a:cubicBezTo>
                    <a:pt x="6811518" y="0"/>
                    <a:pt x="6920738" y="109220"/>
                    <a:pt x="6920738" y="243840"/>
                  </a:cubicBezTo>
                  <a:lnTo>
                    <a:pt x="6920738" y="3094863"/>
                  </a:lnTo>
                  <a:cubicBezTo>
                    <a:pt x="6920738" y="3229483"/>
                    <a:pt x="6811518" y="3338703"/>
                    <a:pt x="6676898" y="3338703"/>
                  </a:cubicBezTo>
                  <a:lnTo>
                    <a:pt x="243840" y="3338703"/>
                  </a:lnTo>
                  <a:cubicBezTo>
                    <a:pt x="109220" y="3338703"/>
                    <a:pt x="0" y="3229483"/>
                    <a:pt x="0" y="30948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9744" y="3527669"/>
            <a:ext cx="5190534" cy="152400"/>
            <a:chOff x="0" y="0"/>
            <a:chExt cx="6920713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20738" cy="203327"/>
            </a:xfrm>
            <a:custGeom>
              <a:avLst/>
              <a:gdLst/>
              <a:ahLst/>
              <a:cxnLst/>
              <a:rect r="r" b="b" t="t" l="l"/>
              <a:pathLst>
                <a:path h="203327" w="6920738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6862064" y="0"/>
                  </a:lnTo>
                  <a:cubicBezTo>
                    <a:pt x="6894449" y="0"/>
                    <a:pt x="6920738" y="26289"/>
                    <a:pt x="6920738" y="58674"/>
                  </a:cubicBezTo>
                  <a:lnTo>
                    <a:pt x="6920738" y="144653"/>
                  </a:lnTo>
                  <a:cubicBezTo>
                    <a:pt x="6920738" y="177038"/>
                    <a:pt x="6894449" y="203327"/>
                    <a:pt x="6862064" y="203327"/>
                  </a:cubicBezTo>
                  <a:lnTo>
                    <a:pt x="58674" y="203327"/>
                  </a:lnTo>
                  <a:cubicBezTo>
                    <a:pt x="26289" y="203200"/>
                    <a:pt x="0" y="176911"/>
                    <a:pt x="0" y="144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235376" y="3126134"/>
            <a:ext cx="879272" cy="879272"/>
            <a:chOff x="0" y="0"/>
            <a:chExt cx="1172362" cy="11723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2337" cy="1172337"/>
            </a:xfrm>
            <a:custGeom>
              <a:avLst/>
              <a:gdLst/>
              <a:ahLst/>
              <a:cxnLst/>
              <a:rect r="r" b="b" t="t" l="l"/>
              <a:pathLst>
                <a:path h="1172337" w="1172337">
                  <a:moveTo>
                    <a:pt x="0" y="586232"/>
                  </a:moveTo>
                  <a:cubicBezTo>
                    <a:pt x="0" y="262382"/>
                    <a:pt x="262382" y="0"/>
                    <a:pt x="586232" y="0"/>
                  </a:cubicBezTo>
                  <a:cubicBezTo>
                    <a:pt x="910082" y="0"/>
                    <a:pt x="1172337" y="262382"/>
                    <a:pt x="1172337" y="586232"/>
                  </a:cubicBezTo>
                  <a:cubicBezTo>
                    <a:pt x="1172337" y="910082"/>
                    <a:pt x="909955" y="1172337"/>
                    <a:pt x="586232" y="1172337"/>
                  </a:cubicBezTo>
                  <a:cubicBezTo>
                    <a:pt x="262509" y="1172337"/>
                    <a:pt x="0" y="909955"/>
                    <a:pt x="0" y="586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99094" y="3345952"/>
            <a:ext cx="351682" cy="439636"/>
            <a:chOff x="0" y="0"/>
            <a:chExt cx="468909" cy="5861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8907" cy="586184"/>
            </a:xfrm>
            <a:custGeom>
              <a:avLst/>
              <a:gdLst/>
              <a:ahLst/>
              <a:cxnLst/>
              <a:rect r="r" b="b" t="t" l="l"/>
              <a:pathLst>
                <a:path h="586184" w="468907">
                  <a:moveTo>
                    <a:pt x="0" y="0"/>
                  </a:moveTo>
                  <a:lnTo>
                    <a:pt x="468907" y="0"/>
                  </a:lnTo>
                  <a:lnTo>
                    <a:pt x="468907" y="586184"/>
                  </a:lnTo>
                  <a:lnTo>
                    <a:pt x="0" y="586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2" t="0" r="-11039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468909" cy="662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00"/>
                </a:lnSpc>
              </a:pPr>
              <a:r>
                <a:rPr lang="en-US" sz="27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0891" y="4298452"/>
            <a:ext cx="3727256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Word-Based Filtering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0891" y="4824565"/>
            <a:ext cx="4528242" cy="91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Finer quality control at the vocabulary level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48590" y="3565769"/>
            <a:ext cx="5190677" cy="2504037"/>
            <a:chOff x="0" y="0"/>
            <a:chExt cx="6920903" cy="33387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20865" cy="3338703"/>
            </a:xfrm>
            <a:custGeom>
              <a:avLst/>
              <a:gdLst/>
              <a:ahLst/>
              <a:cxnLst/>
              <a:rect r="r" b="b" t="t" l="l"/>
              <a:pathLst>
                <a:path h="3338703" w="69208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77025" y="0"/>
                  </a:lnTo>
                  <a:cubicBezTo>
                    <a:pt x="6811645" y="0"/>
                    <a:pt x="6920865" y="109220"/>
                    <a:pt x="6920865" y="243840"/>
                  </a:cubicBezTo>
                  <a:lnTo>
                    <a:pt x="6920865" y="3094863"/>
                  </a:lnTo>
                  <a:cubicBezTo>
                    <a:pt x="6920865" y="3229483"/>
                    <a:pt x="6811645" y="3338703"/>
                    <a:pt x="6677025" y="3338703"/>
                  </a:cubicBezTo>
                  <a:lnTo>
                    <a:pt x="243840" y="3338703"/>
                  </a:lnTo>
                  <a:cubicBezTo>
                    <a:pt x="109220" y="3338703"/>
                    <a:pt x="0" y="3229483"/>
                    <a:pt x="0" y="30948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48590" y="3527669"/>
            <a:ext cx="5190677" cy="152400"/>
            <a:chOff x="0" y="0"/>
            <a:chExt cx="6920903" cy="203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20992" cy="203327"/>
            </a:xfrm>
            <a:custGeom>
              <a:avLst/>
              <a:gdLst/>
              <a:ahLst/>
              <a:cxnLst/>
              <a:rect r="r" b="b" t="t" l="l"/>
              <a:pathLst>
                <a:path h="203327" w="6920992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6862318" y="0"/>
                  </a:lnTo>
                  <a:cubicBezTo>
                    <a:pt x="6894703" y="0"/>
                    <a:pt x="6920992" y="26289"/>
                    <a:pt x="6920992" y="58674"/>
                  </a:cubicBezTo>
                  <a:lnTo>
                    <a:pt x="6920992" y="144653"/>
                  </a:lnTo>
                  <a:cubicBezTo>
                    <a:pt x="6920992" y="177038"/>
                    <a:pt x="6894703" y="203327"/>
                    <a:pt x="6862318" y="203327"/>
                  </a:cubicBezTo>
                  <a:lnTo>
                    <a:pt x="58674" y="203327"/>
                  </a:lnTo>
                  <a:cubicBezTo>
                    <a:pt x="26289" y="203200"/>
                    <a:pt x="0" y="176911"/>
                    <a:pt x="0" y="144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04212" y="3126134"/>
            <a:ext cx="879272" cy="879272"/>
            <a:chOff x="0" y="0"/>
            <a:chExt cx="1172362" cy="11723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2337" cy="1172337"/>
            </a:xfrm>
            <a:custGeom>
              <a:avLst/>
              <a:gdLst/>
              <a:ahLst/>
              <a:cxnLst/>
              <a:rect r="r" b="b" t="t" l="l"/>
              <a:pathLst>
                <a:path h="1172337" w="1172337">
                  <a:moveTo>
                    <a:pt x="0" y="586232"/>
                  </a:moveTo>
                  <a:cubicBezTo>
                    <a:pt x="0" y="262382"/>
                    <a:pt x="262382" y="0"/>
                    <a:pt x="586232" y="0"/>
                  </a:cubicBezTo>
                  <a:cubicBezTo>
                    <a:pt x="910082" y="0"/>
                    <a:pt x="1172337" y="262382"/>
                    <a:pt x="1172337" y="586232"/>
                  </a:cubicBezTo>
                  <a:cubicBezTo>
                    <a:pt x="1172337" y="910082"/>
                    <a:pt x="909955" y="1172337"/>
                    <a:pt x="586232" y="1172337"/>
                  </a:cubicBezTo>
                  <a:cubicBezTo>
                    <a:pt x="262509" y="1172337"/>
                    <a:pt x="0" y="909955"/>
                    <a:pt x="0" y="586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967940" y="3345952"/>
            <a:ext cx="351682" cy="439636"/>
            <a:chOff x="0" y="0"/>
            <a:chExt cx="468909" cy="5861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8907" cy="586184"/>
            </a:xfrm>
            <a:custGeom>
              <a:avLst/>
              <a:gdLst/>
              <a:ahLst/>
              <a:cxnLst/>
              <a:rect r="r" b="b" t="t" l="l"/>
              <a:pathLst>
                <a:path h="586184" w="468907">
                  <a:moveTo>
                    <a:pt x="0" y="0"/>
                  </a:moveTo>
                  <a:lnTo>
                    <a:pt x="468907" y="0"/>
                  </a:lnTo>
                  <a:lnTo>
                    <a:pt x="468907" y="586184"/>
                  </a:lnTo>
                  <a:lnTo>
                    <a:pt x="0" y="586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2" t="0" r="-11039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68909" cy="662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00"/>
                </a:lnSpc>
              </a:pPr>
              <a:r>
                <a:rPr lang="en-US" sz="27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879727" y="4298452"/>
            <a:ext cx="3330778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Profanity Filtering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79727" y="4824565"/>
            <a:ext cx="4528395" cy="91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Remove inappropriate or harmful content automatically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17578" y="3565769"/>
            <a:ext cx="5190534" cy="2504037"/>
            <a:chOff x="0" y="0"/>
            <a:chExt cx="6920713" cy="33387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20738" cy="3338703"/>
            </a:xfrm>
            <a:custGeom>
              <a:avLst/>
              <a:gdLst/>
              <a:ahLst/>
              <a:cxnLst/>
              <a:rect r="r" b="b" t="t" l="l"/>
              <a:pathLst>
                <a:path h="3338703" w="69207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76898" y="0"/>
                  </a:lnTo>
                  <a:cubicBezTo>
                    <a:pt x="6811518" y="0"/>
                    <a:pt x="6920738" y="109220"/>
                    <a:pt x="6920738" y="243840"/>
                  </a:cubicBezTo>
                  <a:lnTo>
                    <a:pt x="6920738" y="3094863"/>
                  </a:lnTo>
                  <a:cubicBezTo>
                    <a:pt x="6920738" y="3229483"/>
                    <a:pt x="6811518" y="3338703"/>
                    <a:pt x="6676898" y="3338703"/>
                  </a:cubicBezTo>
                  <a:lnTo>
                    <a:pt x="243840" y="3338703"/>
                  </a:lnTo>
                  <a:cubicBezTo>
                    <a:pt x="109220" y="3338703"/>
                    <a:pt x="0" y="3229483"/>
                    <a:pt x="0" y="30948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17578" y="3527669"/>
            <a:ext cx="5190534" cy="152400"/>
            <a:chOff x="0" y="0"/>
            <a:chExt cx="6920713" cy="20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20738" cy="203327"/>
            </a:xfrm>
            <a:custGeom>
              <a:avLst/>
              <a:gdLst/>
              <a:ahLst/>
              <a:cxnLst/>
              <a:rect r="r" b="b" t="t" l="l"/>
              <a:pathLst>
                <a:path h="203327" w="6920738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6862064" y="0"/>
                  </a:lnTo>
                  <a:cubicBezTo>
                    <a:pt x="6894449" y="0"/>
                    <a:pt x="6920738" y="26289"/>
                    <a:pt x="6920738" y="58674"/>
                  </a:cubicBezTo>
                  <a:lnTo>
                    <a:pt x="6920738" y="144653"/>
                  </a:lnTo>
                  <a:cubicBezTo>
                    <a:pt x="6920738" y="177038"/>
                    <a:pt x="6894449" y="203327"/>
                    <a:pt x="6862064" y="203327"/>
                  </a:cubicBezTo>
                  <a:lnTo>
                    <a:pt x="58674" y="203327"/>
                  </a:lnTo>
                  <a:cubicBezTo>
                    <a:pt x="26289" y="203200"/>
                    <a:pt x="0" y="176911"/>
                    <a:pt x="0" y="144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173200" y="3126134"/>
            <a:ext cx="879272" cy="879272"/>
            <a:chOff x="0" y="0"/>
            <a:chExt cx="1172362" cy="11723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2337" cy="1172337"/>
            </a:xfrm>
            <a:custGeom>
              <a:avLst/>
              <a:gdLst/>
              <a:ahLst/>
              <a:cxnLst/>
              <a:rect r="r" b="b" t="t" l="l"/>
              <a:pathLst>
                <a:path h="1172337" w="1172337">
                  <a:moveTo>
                    <a:pt x="0" y="586232"/>
                  </a:moveTo>
                  <a:cubicBezTo>
                    <a:pt x="0" y="262382"/>
                    <a:pt x="262382" y="0"/>
                    <a:pt x="586232" y="0"/>
                  </a:cubicBezTo>
                  <a:cubicBezTo>
                    <a:pt x="910082" y="0"/>
                    <a:pt x="1172337" y="262382"/>
                    <a:pt x="1172337" y="586232"/>
                  </a:cubicBezTo>
                  <a:cubicBezTo>
                    <a:pt x="1172337" y="910082"/>
                    <a:pt x="909955" y="1172337"/>
                    <a:pt x="586232" y="1172337"/>
                  </a:cubicBezTo>
                  <a:cubicBezTo>
                    <a:pt x="262509" y="1172337"/>
                    <a:pt x="0" y="909955"/>
                    <a:pt x="0" y="586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36928" y="3345952"/>
            <a:ext cx="351682" cy="439636"/>
            <a:chOff x="0" y="0"/>
            <a:chExt cx="468909" cy="5861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8907" cy="586184"/>
            </a:xfrm>
            <a:custGeom>
              <a:avLst/>
              <a:gdLst/>
              <a:ahLst/>
              <a:cxnLst/>
              <a:rect r="r" b="b" t="t" l="l"/>
              <a:pathLst>
                <a:path h="586184" w="468907">
                  <a:moveTo>
                    <a:pt x="0" y="0"/>
                  </a:moveTo>
                  <a:lnTo>
                    <a:pt x="468907" y="0"/>
                  </a:lnTo>
                  <a:lnTo>
                    <a:pt x="468907" y="586184"/>
                  </a:lnTo>
                  <a:lnTo>
                    <a:pt x="0" y="586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2" t="0" r="-11039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68909" cy="662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00"/>
                </a:lnSpc>
              </a:pPr>
              <a:r>
                <a:rPr lang="en-US" sz="27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348715" y="4298452"/>
            <a:ext cx="3572027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Language Detection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48715" y="4824565"/>
            <a:ext cx="4528242" cy="91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Handle multilingual datasets with targeted processing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79744" y="6787753"/>
            <a:ext cx="7924952" cy="2504037"/>
            <a:chOff x="0" y="0"/>
            <a:chExt cx="10566603" cy="33387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66654" cy="3338703"/>
            </a:xfrm>
            <a:custGeom>
              <a:avLst/>
              <a:gdLst/>
              <a:ahLst/>
              <a:cxnLst/>
              <a:rect r="r" b="b" t="t" l="l"/>
              <a:pathLst>
                <a:path h="3338703" w="10566654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322814" y="0"/>
                  </a:lnTo>
                  <a:cubicBezTo>
                    <a:pt x="10457434" y="0"/>
                    <a:pt x="10566654" y="109220"/>
                    <a:pt x="10566654" y="243840"/>
                  </a:cubicBezTo>
                  <a:lnTo>
                    <a:pt x="10566654" y="3094863"/>
                  </a:lnTo>
                  <a:cubicBezTo>
                    <a:pt x="10566654" y="3229483"/>
                    <a:pt x="10457434" y="3338703"/>
                    <a:pt x="10322814" y="3338703"/>
                  </a:cubicBezTo>
                  <a:lnTo>
                    <a:pt x="243840" y="3338703"/>
                  </a:lnTo>
                  <a:cubicBezTo>
                    <a:pt x="109220" y="3338703"/>
                    <a:pt x="0" y="3229483"/>
                    <a:pt x="0" y="30948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79744" y="6749653"/>
            <a:ext cx="7924952" cy="152400"/>
            <a:chOff x="0" y="0"/>
            <a:chExt cx="10566603" cy="203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66654" cy="203327"/>
            </a:xfrm>
            <a:custGeom>
              <a:avLst/>
              <a:gdLst/>
              <a:ahLst/>
              <a:cxnLst/>
              <a:rect r="r" b="b" t="t" l="l"/>
              <a:pathLst>
                <a:path h="203327" w="10566654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10507980" y="0"/>
                  </a:lnTo>
                  <a:cubicBezTo>
                    <a:pt x="10540365" y="0"/>
                    <a:pt x="10566654" y="26289"/>
                    <a:pt x="10566654" y="58674"/>
                  </a:cubicBezTo>
                  <a:lnTo>
                    <a:pt x="10566654" y="144653"/>
                  </a:lnTo>
                  <a:cubicBezTo>
                    <a:pt x="10566654" y="177038"/>
                    <a:pt x="10540365" y="203327"/>
                    <a:pt x="10507980" y="203327"/>
                  </a:cubicBezTo>
                  <a:lnTo>
                    <a:pt x="58674" y="203327"/>
                  </a:lnTo>
                  <a:cubicBezTo>
                    <a:pt x="26289" y="203200"/>
                    <a:pt x="0" y="176911"/>
                    <a:pt x="0" y="144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602509" y="6348117"/>
            <a:ext cx="879272" cy="879272"/>
            <a:chOff x="0" y="0"/>
            <a:chExt cx="1172362" cy="11723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2337" cy="1172337"/>
            </a:xfrm>
            <a:custGeom>
              <a:avLst/>
              <a:gdLst/>
              <a:ahLst/>
              <a:cxnLst/>
              <a:rect r="r" b="b" t="t" l="l"/>
              <a:pathLst>
                <a:path h="1172337" w="1172337">
                  <a:moveTo>
                    <a:pt x="0" y="586232"/>
                  </a:moveTo>
                  <a:cubicBezTo>
                    <a:pt x="0" y="262382"/>
                    <a:pt x="262382" y="0"/>
                    <a:pt x="586232" y="0"/>
                  </a:cubicBezTo>
                  <a:cubicBezTo>
                    <a:pt x="910082" y="0"/>
                    <a:pt x="1172337" y="262382"/>
                    <a:pt x="1172337" y="586232"/>
                  </a:cubicBezTo>
                  <a:cubicBezTo>
                    <a:pt x="1172337" y="910082"/>
                    <a:pt x="909955" y="1172337"/>
                    <a:pt x="586232" y="1172337"/>
                  </a:cubicBezTo>
                  <a:cubicBezTo>
                    <a:pt x="262509" y="1172337"/>
                    <a:pt x="0" y="909955"/>
                    <a:pt x="0" y="586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866237" y="6567935"/>
            <a:ext cx="351682" cy="439636"/>
            <a:chOff x="0" y="0"/>
            <a:chExt cx="468909" cy="5861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8907" cy="586184"/>
            </a:xfrm>
            <a:custGeom>
              <a:avLst/>
              <a:gdLst/>
              <a:ahLst/>
              <a:cxnLst/>
              <a:rect r="r" b="b" t="t" l="l"/>
              <a:pathLst>
                <a:path h="586184" w="468907">
                  <a:moveTo>
                    <a:pt x="0" y="0"/>
                  </a:moveTo>
                  <a:lnTo>
                    <a:pt x="468907" y="0"/>
                  </a:lnTo>
                  <a:lnTo>
                    <a:pt x="468907" y="586184"/>
                  </a:lnTo>
                  <a:lnTo>
                    <a:pt x="0" y="586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2" t="0" r="-11039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468909" cy="662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00"/>
                </a:lnSpc>
              </a:pPr>
              <a:r>
                <a:rPr lang="en-US" sz="27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410891" y="7520435"/>
            <a:ext cx="4212879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Semantic Deduplication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10891" y="8046539"/>
            <a:ext cx="7262660" cy="91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 and remove near-duplicate meaning, not just exact matches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283008" y="6787753"/>
            <a:ext cx="7925095" cy="2504037"/>
            <a:chOff x="0" y="0"/>
            <a:chExt cx="10566794" cy="33387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566781" cy="3338703"/>
            </a:xfrm>
            <a:custGeom>
              <a:avLst/>
              <a:gdLst/>
              <a:ahLst/>
              <a:cxnLst/>
              <a:rect r="r" b="b" t="t" l="l"/>
              <a:pathLst>
                <a:path h="3338703" w="1056678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322941" y="0"/>
                  </a:lnTo>
                  <a:cubicBezTo>
                    <a:pt x="10457561" y="0"/>
                    <a:pt x="10566781" y="109220"/>
                    <a:pt x="10566781" y="243840"/>
                  </a:cubicBezTo>
                  <a:lnTo>
                    <a:pt x="10566781" y="3094863"/>
                  </a:lnTo>
                  <a:cubicBezTo>
                    <a:pt x="10566781" y="3229483"/>
                    <a:pt x="10457561" y="3338703"/>
                    <a:pt x="10322941" y="3338703"/>
                  </a:cubicBezTo>
                  <a:lnTo>
                    <a:pt x="243840" y="3338703"/>
                  </a:lnTo>
                  <a:cubicBezTo>
                    <a:pt x="109220" y="3338703"/>
                    <a:pt x="0" y="3229483"/>
                    <a:pt x="0" y="30948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283008" y="6749653"/>
            <a:ext cx="7925095" cy="152400"/>
            <a:chOff x="0" y="0"/>
            <a:chExt cx="10566794" cy="203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566908" cy="203327"/>
            </a:xfrm>
            <a:custGeom>
              <a:avLst/>
              <a:gdLst/>
              <a:ahLst/>
              <a:cxnLst/>
              <a:rect r="r" b="b" t="t" l="l"/>
              <a:pathLst>
                <a:path h="203327" w="10566908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10508234" y="0"/>
                  </a:lnTo>
                  <a:cubicBezTo>
                    <a:pt x="10540619" y="0"/>
                    <a:pt x="10566908" y="26289"/>
                    <a:pt x="10566908" y="58674"/>
                  </a:cubicBezTo>
                  <a:lnTo>
                    <a:pt x="10566908" y="144653"/>
                  </a:lnTo>
                  <a:cubicBezTo>
                    <a:pt x="10566908" y="177038"/>
                    <a:pt x="10540619" y="203327"/>
                    <a:pt x="10508234" y="203327"/>
                  </a:cubicBezTo>
                  <a:lnTo>
                    <a:pt x="58674" y="203327"/>
                  </a:lnTo>
                  <a:cubicBezTo>
                    <a:pt x="26289" y="203200"/>
                    <a:pt x="0" y="176911"/>
                    <a:pt x="0" y="144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05915" y="6348117"/>
            <a:ext cx="879272" cy="879272"/>
            <a:chOff x="0" y="0"/>
            <a:chExt cx="1172362" cy="117236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2337" cy="1172337"/>
            </a:xfrm>
            <a:custGeom>
              <a:avLst/>
              <a:gdLst/>
              <a:ahLst/>
              <a:cxnLst/>
              <a:rect r="r" b="b" t="t" l="l"/>
              <a:pathLst>
                <a:path h="1172337" w="1172337">
                  <a:moveTo>
                    <a:pt x="0" y="586232"/>
                  </a:moveTo>
                  <a:cubicBezTo>
                    <a:pt x="0" y="262382"/>
                    <a:pt x="262382" y="0"/>
                    <a:pt x="586232" y="0"/>
                  </a:cubicBezTo>
                  <a:cubicBezTo>
                    <a:pt x="910082" y="0"/>
                    <a:pt x="1172337" y="262382"/>
                    <a:pt x="1172337" y="586232"/>
                  </a:cubicBezTo>
                  <a:cubicBezTo>
                    <a:pt x="1172337" y="910082"/>
                    <a:pt x="909955" y="1172337"/>
                    <a:pt x="586232" y="1172337"/>
                  </a:cubicBezTo>
                  <a:cubicBezTo>
                    <a:pt x="262509" y="1172337"/>
                    <a:pt x="0" y="909955"/>
                    <a:pt x="0" y="5862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069643" y="6567935"/>
            <a:ext cx="351682" cy="439636"/>
            <a:chOff x="0" y="0"/>
            <a:chExt cx="468909" cy="5861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8907" cy="586184"/>
            </a:xfrm>
            <a:custGeom>
              <a:avLst/>
              <a:gdLst/>
              <a:ahLst/>
              <a:cxnLst/>
              <a:rect r="r" b="b" t="t" l="l"/>
              <a:pathLst>
                <a:path h="586184" w="468907">
                  <a:moveTo>
                    <a:pt x="0" y="0"/>
                  </a:moveTo>
                  <a:lnTo>
                    <a:pt x="468907" y="0"/>
                  </a:lnTo>
                  <a:lnTo>
                    <a:pt x="468907" y="586184"/>
                  </a:lnTo>
                  <a:lnTo>
                    <a:pt x="0" y="586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2" t="0" r="-11039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468909" cy="662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00"/>
                </a:lnSpc>
              </a:pPr>
              <a:r>
                <a:rPr lang="en-US" sz="27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614144" y="7520435"/>
            <a:ext cx="3330778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Scoring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14144" y="8046539"/>
            <a:ext cx="7262812" cy="48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Rank and prioritize dataset entries by measurable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DAHIviecLUY</dc:identifier>
  <dcterms:modified xsi:type="dcterms:W3CDTF">2011-08-01T06:04:30Z</dcterms:modified>
  <cp:revision>1</cp:revision>
  <dc:title>Text-Data-Curation-Pipeline.pptx</dc:title>
</cp:coreProperties>
</file>